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59" r:id="rId5"/>
    <p:sldId id="258" r:id="rId6"/>
    <p:sldId id="263" r:id="rId7"/>
    <p:sldId id="264" r:id="rId8"/>
    <p:sldId id="265" r:id="rId9"/>
    <p:sldId id="266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37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0" y="182880"/>
            <a:ext cx="7071360" cy="1234440"/>
          </a:xfrm>
          <a:prstGeom prst="rect">
            <a:avLst/>
          </a:prstGeom>
        </p:spPr>
      </p:pic>
      <p:pic>
        <p:nvPicPr>
          <p:cNvPr id="3" name="Image 1" descr="iic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11480"/>
            <a:ext cx="2814320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1417319"/>
            <a:ext cx="12191695" cy="5486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9595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Data Science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724248" y="196596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914400" y="214884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2E539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Review Presentation</a:t>
            </a:r>
          </a:p>
        </p:txBody>
      </p:sp>
      <p:sp>
        <p:nvSpPr>
          <p:cNvPr id="7" name="Text 3"/>
          <p:cNvSpPr/>
          <p:nvPr/>
        </p:nvSpPr>
        <p:spPr>
          <a:xfrm>
            <a:off x="914400" y="26060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400" b="1" dirty="0">
              <a:solidFill>
                <a:srgbClr val="002060"/>
              </a:solidFill>
            </a:endParaRPr>
          </a:p>
          <a:p>
            <a:pPr algn="ctr"/>
            <a:r>
              <a:rPr lang="en-US" sz="3400" b="1" dirty="0">
                <a:solidFill>
                  <a:srgbClr val="002060"/>
                </a:solidFill>
              </a:rPr>
              <a:t>AI-Powered Academic Timetable Generation and Resource Management System.</a:t>
            </a:r>
          </a:p>
        </p:txBody>
      </p:sp>
      <p:sp>
        <p:nvSpPr>
          <p:cNvPr id="8" name="Text 4"/>
          <p:cNvSpPr/>
          <p:nvPr/>
        </p:nvSpPr>
        <p:spPr>
          <a:xfrm>
            <a:off x="2804008" y="3794760"/>
            <a:ext cx="1554480" cy="70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58488" y="3916244"/>
            <a:ext cx="1920240" cy="8619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HAJERA TABASSUM,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SURAJ RAO,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K.SHASHIDHAR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804008" y="4606710"/>
            <a:ext cx="1554480" cy="484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 No(s):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58488" y="4687514"/>
            <a:ext cx="1920240" cy="753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23P61A6767,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23P61A6794,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23P61A67A6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804008" y="5265078"/>
            <a:ext cx="1554480" cy="7531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Name: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58488" y="5383576"/>
            <a:ext cx="1554480" cy="74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K. SPANDANA,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Professor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78728" y="3997982"/>
            <a:ext cx="1463040" cy="293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52522" y="3794760"/>
            <a:ext cx="2766686" cy="709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278728" y="4245428"/>
            <a:ext cx="1463040" cy="1285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932645" y="4606710"/>
            <a:ext cx="3186563" cy="621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Vignana Bharathi Institute of Technology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278728" y="5440680"/>
            <a:ext cx="1463040" cy="563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467448" y="5265078"/>
            <a:ext cx="2651760" cy="9397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02920" y="1828799"/>
            <a:ext cx="11185855" cy="4581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Background:  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Automated Timetable Generators (ATGs) use algorithms and full-stack web           technologies to replace manual, spreadsheet-based academic scheduling in educational institutions.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Statement: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Existing ATGs handle only basic class scheduling, leaving exam clashes, faculty-absence handling, non-academic resource booking, and multi-campus scale largely unaddressed.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 for the Study: 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Reviewed literature confirms exam-scheduling optimization, real-time substitution, extracurricular resource booking, and scalability remain open gaps in current ATG research.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Objectives:  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1.Build a full-stack ATG that adds Graph-Coloring based exam scheduling.</a:t>
            </a:r>
          </a:p>
          <a:p>
            <a:pPr algn="l">
              <a:spcAft>
                <a:spcPts val="1200"/>
              </a:spcAft>
              <a:buSzPct val="100000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                           2. AI-driven Smart Swap substitution engine.</a:t>
            </a:r>
          </a:p>
          <a:p>
            <a:pPr algn="l">
              <a:spcAft>
                <a:spcPts val="1200"/>
              </a:spcAft>
              <a:buSzPct val="100000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                                     3. conflict-free club room booking and multi-campus support.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Scope of the Project: </a:t>
            </a: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Covers class and exam timetabling, faculty substitution, and student-club room booking across multiple campuses; excludes HR, payroll, and non-scheduling admin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1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502920" y="1783080"/>
            <a:ext cx="4663440" cy="4160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731520" y="2039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Automated Timetable Generation System Using Optimization Algorithms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2826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Nita Thakare, Agraja Dhobale, Simran Choudhari, Sarwasvi Deshmukh, Shravani Shinde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3904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42153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Conference: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5148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IRJAEH, Vol. 04, Issue 05, May 2026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532120" y="178308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532120" y="207568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web system combining Genetic Algorithm, Constraint Satisfaction Problem and Google OR-Tools with an RDBMS (MySQL/PostgreSQL) and a conflict detection/resolution module.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278892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532120" y="308152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0% conflict rate and ~80% less manual effort with seconds-to-minutes generation time, balancing hard and soft constraints with PDF/Excel export.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532120" y="379476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32120" y="408736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GA + CSP + OR-Tools optimization gives high accuracy and resource utilization, and adapts to dynamic changes without full rescheduling.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32120" y="480060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32120" y="509320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heavily on input data quality; computational complexity rises for very large datasets; lacks real-time updates and mobile/LMS integration.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2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502920" y="1783080"/>
            <a:ext cx="4663440" cy="4160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731520" y="2039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Time-Table Management System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2826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Smitha Padshetty, Abdul Jaleel Khan Anas, Abdul Rahman Syed, Harsh Kulkarni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3904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42153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Conference: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5148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Scientific Research and Technology (JSRT), Vol. 3, Issue 12, Dec 2025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532120" y="178308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532120" y="207568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Client-side, rule-based web app (HTML, CSS, JavaScript) storing data as JSON in browser storage, with conditional validation rules for faculty, lab-continuity and break constraints.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278892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532120" y="308152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 for admins, faculty and students with class and exam timetable modules, real-time notifications, and deterministic conflict-free generation.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532120" y="379476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32120" y="408736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server-independent with low computational overhead; gives personalized student/faculty views plus a centralized exam and notification module.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32120" y="480060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32120" y="509320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storage limits scalability and multi-device sync; rule-based logic lacks adaptive, AI-driven optimization for dynamic changes.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3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502920" y="1783080"/>
            <a:ext cx="4663440" cy="4160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731520" y="2039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Title: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2350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Time table Generator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2971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Author(s):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328269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Pratheeba, Chalini T., Sarojadevi 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31520" y="3904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31520" y="42153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3152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/ Conference: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" y="5148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IJARCCE, Vol. 14, Issue 5, May 2025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31520" y="5486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532120" y="178308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532120" y="207568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CSP, GA, RL and deep-learning methods; web ATG built with Django, React.js and FullCalendar.js, using PostgreSQL/MySQL and Python-based conflict validation.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532120" y="278892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532120" y="308152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existing ATG algorithms and proposes a role-based, mobile-responsive scheduler with real-time calendar visualization and PDF/Excel export.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532120" y="379476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32120" y="408736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real-time drag-and-drop scheduling, automated email/SMS notifications, and mobile-friendly design improve transparency.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532120" y="4800600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5532120" y="5093208"/>
            <a:ext cx="6156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a survey/prototype without rigorous experimental validation; scalability to large, multi-campus institutions is not demonstrated.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Project — Literature Review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Comparison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312172"/>
              </p:ext>
            </p:extLst>
          </p:nvPr>
        </p:nvGraphicFramePr>
        <p:xfrm>
          <a:off x="502920" y="1828799"/>
          <a:ext cx="10515600" cy="43200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800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of CSP/GA/RL/DL; Django + React.js + FullCalendar.js web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(survey and web prototype)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access, real-time drag-and-drop UI, mobile-friendly, notifications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rigorous experimental validation; scalability unproven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0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client-side app (HTML/CSS/JS) with JSON validation rules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institutional timetable and exam data (prototype)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Lightweight, server-independent, personalized views, exam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storage limits scale/sync; no AI-based optimization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Algorithm + CSP + Google OR-Tools, multi-layer web architecture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institutional data: depts, faculty, rooms, subjects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conflict rate, ~80% less manual effort, fast generation, high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input data quality; complexity grows for very large datasets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Proposed Work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02920" y="17830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02920" y="2240280"/>
            <a:ext cx="53643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ATGs (IJARCCE, JSRT, IRJAEH) handle only basic class scheduling; exam clashes are not modeled as an optimization problem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faculty absences are not managed in real time — Paper 3 lists adaptive substitution as unimplemented future work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non-academic resource booking, such as club or lab space allocation, in any reviewed system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across multiple campuses and large datasets remains weak, from browser-storage limits to rising computational complexity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6324448" y="17830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324448" y="2240280"/>
            <a:ext cx="53643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exam scheduling as a Graph-Coloring problem for zero-clash itineraries; build an AI-driven Smart Swap engine for faculty substitution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 using Django and React.js, a relational database, an optimization engine, and automated notification webhooks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Zero-clash exam scheduling, automatic substitution recommendations, conflict-free club room booking, and multi-campus scalability</a:t>
            </a:r>
            <a:endParaRPr lang="en-US" sz="17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collaborative, scalable ATG that closes the gaps in exam optimization, real-time disruption handling, and resource booking left open by prior work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095848" y="1783080"/>
            <a:ext cx="0" cy="39319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Project — Literature Review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02920" y="1828800"/>
            <a:ext cx="11185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Literature Review: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reviewed papers present web-based ATGs for class scheduling using rule-based logic, a technology survey, and hybrid GA+CSP+OR-Tools optimization respectively.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Observations: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 All three systems focus narrowly on class timetabling.</a:t>
            </a:r>
          </a:p>
          <a:p>
            <a:pPr algn="l">
              <a:spcAft>
                <a:spcPts val="1200"/>
              </a:spcAft>
              <a:buSzPct val="100000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2.rely on prototype-scale validation </a:t>
            </a:r>
          </a:p>
          <a:p>
            <a:pPr algn="l">
              <a:spcAft>
                <a:spcPts val="1200"/>
              </a:spcAft>
              <a:buSzPct val="100000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3.explicitly flag scalability and real-time adaptability as open challenges.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Identified: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existing system unifies optimized exam scheduling, real-time faculty substitution, non-academic resource booking, and multi-campus scalability in one platform.</a:t>
            </a:r>
            <a:endParaRPr lang="en-US" sz="2000" dirty="0"/>
          </a:p>
          <a:p>
            <a:pPr marL="228600" indent="-228600" algn="l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 of the Proposed Work: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Graph-Coloring exam scheduler, an AI-driven Smart Swap substitution engine, conflict-free club room booking, and multi-campus support with notification webhooks.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0" y="29260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2920" y="96012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502920" y="1828800"/>
            <a:ext cx="11185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R. Pratheeba, Chalini T., and Sarojadevi S., "Automatic Time table Generator," IJARCCE, vol. 14, no. 5, pp. 297–302, May 2025.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S. Padshetty, A. J. Khan Anas, A. R. Syed, and H. Kulkarni, "Automated Time-Table Management System," Journal of Scientific Research and Technology, vol. 3, no. 12, pp. 363–372, Dec. 2025.</a:t>
            </a:r>
            <a:endParaRPr lang="en-US" sz="15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N. Thakare, A. Dhobale, S. Choudhari, S. Deshmukh, and S. Shinde, "AI-Based Automated Timetable Generation System Using Optimization Algorithms," IRJAEH, vol. 4, no. 5, pp. 3500–3504, May 2026.</a:t>
            </a:r>
            <a:endParaRPr lang="en-US" sz="1500" dirty="0"/>
          </a:p>
          <a:p>
            <a:pPr>
              <a:spcAft>
                <a:spcPts val="1400"/>
              </a:spcAft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r>
              <a:rPr lang="en-IN" sz="1600" dirty="0"/>
              <a:t> </a:t>
            </a:r>
            <a:r>
              <a:rPr lang="en-IN" sz="1500" dirty="0"/>
              <a:t>E. K. Burke and S. Petrovic, "Recent research directions in automated timetabling," European Journal of Operational Research, vol. 140, no. 2, pp. 266–280, 2002.</a:t>
            </a:r>
            <a:endParaRPr lang="en-US" sz="1500" dirty="0"/>
          </a:p>
          <a:p>
            <a:pPr>
              <a:spcAft>
                <a:spcPts val="1400"/>
              </a:spcAft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IN" sz="1500" dirty="0"/>
              <a:t>R. Kumar and A. Sharma, "A constraint satisfaction approach for generating conflict-free academic timetables," Journal of Educational Technology Systems, vol. 49, no. 3, pp. 365–384, 2021.</a:t>
            </a:r>
            <a:endParaRPr lang="en-US" sz="1500" dirty="0"/>
          </a:p>
          <a:p>
            <a:pPr>
              <a:spcAft>
                <a:spcPts val="1400"/>
              </a:spcAft>
            </a:pPr>
            <a:r>
              <a:rPr lang="en-US" sz="1500" dirty="0"/>
              <a:t>[6]</a:t>
            </a:r>
            <a:r>
              <a:rPr lang="en-IN" sz="1500" dirty="0"/>
              <a:t> A. Patel and D. Mehta, "Genetic algorithm based approach for timetable generation in academic institutions," International Journal of Computer Applications, vol. 176, no. 30, pp. 7–13, 2020.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1443</Words>
  <Application>Microsoft Office PowerPoint</Application>
  <PresentationFormat>Widescreen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Hajera Tabassum</cp:lastModifiedBy>
  <cp:revision>6</cp:revision>
  <dcterms:created xsi:type="dcterms:W3CDTF">2026-07-22T06:41:57Z</dcterms:created>
  <dcterms:modified xsi:type="dcterms:W3CDTF">2026-07-23T02:53:46Z</dcterms:modified>
</cp:coreProperties>
</file>